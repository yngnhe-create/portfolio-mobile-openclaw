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5293"/>
                </a:solidFill>
              </a:defRPr>
            </a:pPr>
            <a:r>
              <a:t>aX 과제 정의서 (예시)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646464"/>
                </a:solidFill>
              </a:defRPr>
            </a:pPr>
            <a:r>
              <a:t>영업지원팀 - 김철수 팀장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1. 기본 정보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D1C24"/>
                </a:solidFill>
              </a:defRPr>
            </a:pPr>
            <a:r>
              <a:t>서비스 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AI 기반 영업 제안서 자동 생성 시스템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D1C24"/>
                </a:solidFill>
              </a:defRPr>
            </a:pPr>
            <a:r>
              <a:t>서비스 상세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고객 요구사항 입력 → AI가 자동으로 맞춤형 제안서 초안 작성 → 팀원 검수/수정 → 발송</a:t>
            </a:r>
            <a:br/>
            <a:r>
              <a:t>적용 범위: 일반 고객 제안서, 대형 프로젝트는 수동 작성 병행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D1C24"/>
                </a:solidFill>
              </a:defRPr>
            </a:pPr>
            <a:r>
              <a:t>대상 사용자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영업지원팀 전원 (영업 사원 20명, 영업 매니저 5명)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D1C24"/>
                </a:solidFill>
              </a:defRPr>
            </a:pPr>
            <a:r>
              <a:t>현재 Pain Point (현재 문제점)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제안서 작성에 영업 사원당 주당 평균 8시간 소요</a:t>
            </a:r>
            <a:br/>
            <a:r>
              <a:t>• 과거 제안서 템플릿 활용 부족으로 중복 작업 발생</a:t>
            </a:r>
            <a:br/>
            <a:r>
              <a:t>• 급한 제안 건수에 대응 불가, 일정 지연 빈번</a:t>
            </a:r>
            <a:br/>
            <a:r>
              <a:t>• 신입 사원 제안서 품질 편차 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2. 기대효과 (경영 성과 연계 필수)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D1C24"/>
                </a:solidFill>
              </a:defRPr>
            </a:pPr>
            <a:r>
              <a:t>정량적 효과 [예시]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제안서 작성 시간 단축: 8시간 → 1시간 (87.5% 감소)</a:t>
            </a:r>
            <a:br/>
            <a:r>
              <a:t>• 연간 업무 시간 절감: 7,200시간 (인건비 환산 약 1.44억 원)</a:t>
            </a:r>
            <a:br/>
            <a:r>
              <a:t>• 제안서 작성 건수 증가: 월 40건 → 60건 (+50%)</a:t>
            </a:r>
            <a:br/>
            <a:r>
              <a:t>• 제안 전환율 향상: 15% → 20% (+33%)</a:t>
            </a:r>
            <a:br/>
            <a:r>
              <a:t>• 연간 매출 증가 기대: 약 3억 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D1C24"/>
                </a:solidFill>
              </a:defRPr>
            </a:pPr>
            <a:r>
              <a:t>정성적 효과 [예시]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영업 사원이 고객 응대에 집중 가능</a:t>
            </a:r>
            <a:br/>
            <a:r>
              <a:t>• 신입 사원의 빠른 업무 적응 및 품질 일관성 확보</a:t>
            </a:r>
            <a:br/>
            <a:r>
              <a:t>• 조직 지식 자산화 (과거 성공 제안서 활용)</a:t>
            </a:r>
            <a:br/>
            <a:r>
              <a:t>• 영업팀 업무 만족도 향상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D1C24"/>
                </a:solidFill>
              </a:defRPr>
            </a:pPr>
            <a:r>
              <a:t>경영 성과 연계 [예시]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• 인건비 절감: 1.44억 원/년 (직접 비용 절감)</a:t>
            </a:r>
            <a:br/>
            <a:r>
              <a:t>• 매출 증가: 3억 원/년 (간접 경영 성과 제고)</a:t>
            </a:r>
            <a:br/>
            <a:r>
              <a:t>• 총 경영 기여액: 약 4.44억 원/년</a:t>
            </a:r>
            <a:br/>
            <a:r>
              <a:t>• ROI: 개발비 1억 원 가정 시 1년 내 회수 가능 (ROI 344%)</a:t>
            </a:r>
            <a:br/>
            <a:r>
              <a:t>• 인력 증원 없이 영업 활동 50% 확대 가능 (경영 효율화)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3"/>
                </a:solidFill>
              </a:defRPr>
            </a:pPr>
            <a:r>
              <a:t>3. 예상 비용 (가능 시)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D1C24"/>
                </a:solidFill>
              </a:defRPr>
            </a:pPr>
            <a:r>
              <a:t>개발 비용 [예시]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1억 원 (AI 엔진 개발: 5천만 원, 데이터 구축: 3천만 원, UI/UX: 2천만 원)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D1C24"/>
                </a:solidFill>
              </a:defRPr>
            </a:pPr>
            <a:r>
              <a:t>운영 비용 [예시]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2천만 원/년 (AI API 비용: 1천만 원, 서버: 500만 원, 유지보수: 500만 원)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D1C24"/>
                </a:solidFill>
              </a:defRPr>
            </a:pPr>
            <a:r>
              <a:t>교육 비용 [예시]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20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500만 원 (1회 교육 2일, 매뉴얼 제작, 동영상 교육 자료)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D1C24"/>
                </a:solidFill>
              </a:defRPr>
            </a:pPr>
            <a:r>
              <a:t>총 예상 비용 [예시]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1.25억 원 (초기 투자) + 2천만 원/년 (운영)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029200"/>
            <a:ext cx="8229600" cy="7315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07492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D1C24"/>
                </a:solidFill>
              </a:defRPr>
            </a:pPr>
            <a:r>
              <a:t>ROI (투자 대비 수익률) [예시]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3492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투자 회수 기간: 약 3.4개월</a:t>
            </a:r>
            <a:br/>
            <a:r>
              <a:t>연간 순수익: 4.24억 원 (경영 기여 4.44억 원 - 운영비 0.2억 원)</a:t>
            </a:r>
            <a:br/>
            <a:r>
              <a:t>ROI: 339% (첫해 기준)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293"/>
                </a:solidFill>
              </a:defRPr>
            </a:pPr>
            <a:r>
              <a:t>4. 프로세스 변화 (AS-IS → TO-BE) [예시]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840480" y="2286000"/>
            <a:ext cx="548640" cy="457200"/>
          </a:xfrm>
          <a:prstGeom prst="rightArrow">
            <a:avLst/>
          </a:prstGeom>
          <a:solidFill>
            <a:srgbClr val="005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200400" cy="32004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5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293"/>
                </a:solidFill>
              </a:defRPr>
            </a:pPr>
            <a:r>
              <a:t>AS-IS (현재)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【현재: 수동 제안서 작성】</a:t>
            </a:r>
            <a:br/>
            <a:br/>
            <a:r>
              <a:t>1.  영업 사원이 고객 미팅 진행</a:t>
            </a:r>
            <a:br/>
            <a:r>
              <a:t>2.  고객 요구사항 수기로 정리</a:t>
            </a:r>
            <a:br/>
            <a:r>
              <a:t>3.  과거 제안서 검색 (폴더 탐색, 파일 열기)</a:t>
            </a:r>
            <a:br/>
            <a:r>
              <a:t>4.  제안서 0부터 작성 (8시간 소요)</a:t>
            </a:r>
            <a:br/>
            <a:r>
              <a:t>5.  팀장 검수 (1-2시간)</a:t>
            </a:r>
            <a:br/>
            <a:r>
              <a:t>6.  수정 후 발송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3200400" cy="3200400"/>
          </a:xfrm>
          <a:prstGeom prst="roundRect">
            <a:avLst/>
          </a:prstGeom>
          <a:solidFill>
            <a:srgbClr val="C8E6FF"/>
          </a:solidFill>
          <a:ln w="38100">
            <a:solidFill>
              <a:srgbClr val="ED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46304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ED1C24"/>
                </a:solidFill>
              </a:defRPr>
            </a:pPr>
            <a:r>
              <a:t>TO-BE (개선 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30175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000000"/>
                </a:solidFill>
              </a:defRPr>
            </a:pPr>
            <a:r>
              <a:t>【개선 후: AI 자동 생성】</a:t>
            </a:r>
            <a:br/>
            <a:br/>
            <a:r>
              <a:t>1.  영업 사원이 고객 미팅 진행</a:t>
            </a:r>
            <a:br/>
            <a:r>
              <a:t>2.  고객 요구사항 입력 (10분)</a:t>
            </a:r>
            <a:br/>
            <a:r>
              <a:t>3.  AI가 자동으로 제안서 초안 작성 (5분)</a:t>
            </a:r>
            <a:br/>
            <a:r>
              <a:t>4.  팀원이 내용 검토 및 보완 (30분)</a:t>
            </a:r>
            <a:br/>
            <a:r>
              <a:t>5.  발송</a:t>
            </a:r>
            <a:br/>
            <a:br/>
            <a:r>
              <a:t>⏱️ 총 소요 시간: 45분 (87.5% 단축)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5293"/>
                </a:solidFill>
              </a:defRPr>
            </a:pPr>
            <a:r>
              <a:t>📝 작성 가이드라인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000000"/>
                </a:solidFill>
              </a:defRPr>
            </a:pPr>
            <a:r>
              <a:t>1. 기대효과는 반드시 경영 성과(비용 절감/매출 증대/생산성 향상)와 연계하여 작성하세요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000000"/>
                </a:solidFill>
              </a:defRPr>
            </a:pPr>
            <a:r>
              <a:t>2. 정량적 효과는 구체적인 수치(금액, 시간, % 등)로 표현해야 신뢰성이 높습니다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000000"/>
                </a:solidFill>
              </a:defRPr>
            </a:pPr>
            <a:r>
              <a:t>3. AS-IS → TO-BE는 '변화'가 명확히 보이도록 대비시키세요 (특히 시간, 인력, 비용)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000000"/>
                </a:solidFill>
              </a:defRPr>
            </a:pPr>
            <a:r>
              <a:t>4. 예상 비용은 실현 가능한 수준으로 산정하고, ROI 계산을 통해 경영진 설득력 확보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200">
                <a:solidFill>
                  <a:srgbClr val="000000"/>
                </a:solidFill>
              </a:defRPr>
            </a:pPr>
            <a:r>
              <a:t>5. 서비스 상세는 범위와 한계를 명확히 하여 기대치 관리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