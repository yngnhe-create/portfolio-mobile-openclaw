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5293"/>
                </a:solidFill>
              </a:defRPr>
            </a:pPr>
            <a:r>
              <a:t>aX 과제 정의서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[부서명] - [담당자]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1. 기본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서비스 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(예: AI 기반 고객 응대 자동화 시스템)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서비스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서비스의 기능, 범위, 적용 대상 등을 구체적으로 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대상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해당 서비스를 주로 사용하는 사용자 그룹 또는 부서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현재 Pain Point (현재 문제점)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현재 프로세스 또는 시스템의 문제점, 비효율성, 개선 필요사항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2. 기대효과 (경영 성과 연계 필수)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정량적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비용 절감액: 연간 ___원</a:t>
            </a:r>
            <a:br/>
            <a:r>
              <a:t>• 업무 시간 단축: ___시간/월</a:t>
            </a:r>
            <a:br/>
            <a:r>
              <a:t>• 처리 건수 증가: ___%</a:t>
            </a:r>
            <a:br/>
            <a:r>
              <a:t>• 오류율 감소: ___%</a:t>
            </a:r>
            <a:br/>
            <a:r>
              <a:t>• 기타 수치화 가능한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정성적 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업무 만족도 향상</a:t>
            </a:r>
            <a:br/>
            <a:r>
              <a:t>• 의사결정 속도 개선</a:t>
            </a:r>
            <a:br/>
            <a:r>
              <a:t>• 고객 서비스 품질 향상</a:t>
            </a:r>
            <a:br/>
            <a:r>
              <a:t>• 조직 혁신 문화 확산</a:t>
            </a:r>
            <a:br/>
            <a:r>
              <a:t>• 기타 비수치적 성과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경영 성과 연계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※ 경영 성과(비용 절감/경영성과 제고)와 어떻게 연계되는지 구체적으로 작성</a:t>
            </a:r>
            <a:br/>
            <a:r>
              <a:t>- 예: 연간 5억 원 비용 절감으로 직접적 경영 기여</a:t>
            </a:r>
            <a:br/>
            <a:r>
              <a:t>- 예: 업무 생산성 30% 향상으로 조 운영 효율화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3. 예상 비용 (가능 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개발 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___원 (내부 인력/외주 혼합 비용)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운영 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___원/년 (서버, 라이선스, 유지보수 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교육 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___원 (사용자 교육, 매뉴얼 제작 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총 예상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___원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293"/>
                </a:solidFill>
              </a:defRPr>
            </a:pPr>
            <a:r>
              <a:t>ROI (투자 대비 수익률)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투자 회수 기간: __개월, ROI: ___% (계산 가능 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93"/>
                </a:solidFill>
              </a:defRPr>
            </a:pPr>
            <a:r>
              <a:t>4. 프로세스 변화 (AS-IS → TO-BE)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40480" y="2286000"/>
            <a:ext cx="548640" cy="457200"/>
          </a:xfrm>
          <a:prstGeom prst="rightArrow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3200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293"/>
                </a:solidFill>
              </a:defRPr>
            </a:pPr>
            <a:r>
              <a:t>AS-IS (현재)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현재 프로세스를 단계별로 기술</a:t>
            </a:r>
            <a:br/>
            <a:br/>
            <a:r>
              <a:t>1.  ___</a:t>
            </a:r>
            <a:br/>
            <a:r>
              <a:t>2.  ___</a:t>
            </a:r>
            <a:br/>
            <a:r>
              <a:t>3.  ___</a:t>
            </a:r>
            <a:br/>
            <a:r>
              <a:t>4.  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2004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D1C24"/>
                </a:solidFill>
              </a:defRPr>
            </a:pPr>
            <a:r>
              <a:t>TO-BE (개선 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AI 적용 후 개선 프로세스를 단계별로 기술</a:t>
            </a:r>
            <a:br/>
            <a:br/>
            <a:r>
              <a:t>1.  ___</a:t>
            </a:r>
            <a:br/>
            <a:r>
              <a:t>2.  ___</a:t>
            </a:r>
            <a:br/>
            <a:r>
              <a:t>3.  ___</a:t>
            </a:r>
            <a:br/>
            <a:r>
              <a:t>4.  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